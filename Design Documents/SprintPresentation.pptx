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A0C03-BBD6-47E8-8FC2-A17DCC2B4A3A}" v="14" dt="2025-11-17T01:15:56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088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4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7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4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6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5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7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9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213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30D16C-D169-D187-52AB-AB6C8806A7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AF781-27C0-FFFF-3B83-9EF6DFED6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en-GB"/>
              <a:t>What have we done so far?</a:t>
            </a:r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637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B05A7-5565-730D-A567-A37E9FDA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E7693-60DC-3FF2-E725-B3AB82E83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Researched about SEN Users</a:t>
            </a:r>
          </a:p>
        </p:txBody>
      </p:sp>
    </p:spTree>
    <p:extLst>
      <p:ext uri="{BB962C8B-B14F-4D97-AF65-F5344CB8AC3E}">
        <p14:creationId xmlns:p14="http://schemas.microsoft.com/office/powerpoint/2010/main" val="1348807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D77C-E983-59BE-6F9B-3BDB32F1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3D4C7-71C8-4988-5991-1541DE31F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Determined basic Requirements from the research</a:t>
            </a:r>
          </a:p>
        </p:txBody>
      </p:sp>
    </p:spTree>
    <p:extLst>
      <p:ext uri="{BB962C8B-B14F-4D97-AF65-F5344CB8AC3E}">
        <p14:creationId xmlns:p14="http://schemas.microsoft.com/office/powerpoint/2010/main" val="426383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023F-37E3-5517-B6CE-C3A51BA19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Stakeholder Interviews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AEC21-0BF4-4164-6479-52BF03C34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Did interviews with qualified professionals</a:t>
            </a:r>
          </a:p>
        </p:txBody>
      </p:sp>
    </p:spTree>
    <p:extLst>
      <p:ext uri="{BB962C8B-B14F-4D97-AF65-F5344CB8AC3E}">
        <p14:creationId xmlns:p14="http://schemas.microsoft.com/office/powerpoint/2010/main" val="374845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88FD-CC9F-564B-9BF7-F39D3FBA1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Client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414A7-BA12-FD8B-8DB7-18DDF326B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Hai-Van Client meeting</a:t>
            </a:r>
          </a:p>
        </p:txBody>
      </p:sp>
    </p:spTree>
    <p:extLst>
      <p:ext uri="{BB962C8B-B14F-4D97-AF65-F5344CB8AC3E}">
        <p14:creationId xmlns:p14="http://schemas.microsoft.com/office/powerpoint/2010/main" val="1160048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892E3E-B971-3ADC-6FF9-4FA2E14C1D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0" r="29697" b="771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2BF50-D1ED-64B0-EC16-4F3982C5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5" y="701964"/>
            <a:ext cx="5370950" cy="36403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 Diagram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189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2032F-C3B8-4C32-9F46-CD1CCE0B4E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5959" b="-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6FACB-C4F9-2891-5601-F821EDCDE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5" y="701964"/>
            <a:ext cx="5370950" cy="36403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Flow Diagrams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25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3BBE-98AF-1421-C6D8-D1D7C417C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ERD</a:t>
            </a:r>
          </a:p>
        </p:txBody>
      </p:sp>
    </p:spTree>
    <p:extLst>
      <p:ext uri="{BB962C8B-B14F-4D97-AF65-F5344CB8AC3E}">
        <p14:creationId xmlns:p14="http://schemas.microsoft.com/office/powerpoint/2010/main" val="313678370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FE768FFF2E3A4DA5F1A2B854D561C8" ma:contentTypeVersion="6" ma:contentTypeDescription="Create a new document." ma:contentTypeScope="" ma:versionID="8e4af90876f17e558f6435fc8d16a167">
  <xsd:schema xmlns:xsd="http://www.w3.org/2001/XMLSchema" xmlns:xs="http://www.w3.org/2001/XMLSchema" xmlns:p="http://schemas.microsoft.com/office/2006/metadata/properties" xmlns:ns3="d638be28-5388-4df8-80bc-ff32c9400e01" targetNamespace="http://schemas.microsoft.com/office/2006/metadata/properties" ma:root="true" ma:fieldsID="efe2e008d771a1159d0bbc4e8b29e073" ns3:_="">
    <xsd:import namespace="d638be28-5388-4df8-80bc-ff32c9400e0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8be28-5388-4df8-80bc-ff32c9400e0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638be28-5388-4df8-80bc-ff32c9400e01" xsi:nil="true"/>
  </documentManagement>
</p:properties>
</file>

<file path=customXml/itemProps1.xml><?xml version="1.0" encoding="utf-8"?>
<ds:datastoreItem xmlns:ds="http://schemas.openxmlformats.org/officeDocument/2006/customXml" ds:itemID="{0603FF4C-D2BA-426D-8E47-83CCAEBCD6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38be28-5388-4df8-80bc-ff32c9400e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7B6D4F-2812-410B-AED0-7B04B0FEE3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4A56AF-6DCE-4F3A-A8B4-D10DDFA0DC28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d638be28-5388-4df8-80bc-ff32c9400e01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</Words>
  <Application>Microsoft Office PowerPoint</Application>
  <PresentationFormat>Widescreen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Grandview Display</vt:lpstr>
      <vt:lpstr>Neue Haas Grotesk Text Pro</vt:lpstr>
      <vt:lpstr>DashVTI</vt:lpstr>
      <vt:lpstr>What have we done so far?</vt:lpstr>
      <vt:lpstr>Research</vt:lpstr>
      <vt:lpstr>Requirements</vt:lpstr>
      <vt:lpstr>Stakeholder Interviews</vt:lpstr>
      <vt:lpstr>Client Meeting</vt:lpstr>
      <vt:lpstr>Use case Diagram</vt:lpstr>
      <vt:lpstr>Flow Diagrams</vt:lpstr>
      <vt:lpstr>Initial ERD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Okyanus Albas</dc:creator>
  <cp:lastModifiedBy>(s) Okyanus Albas</cp:lastModifiedBy>
  <cp:revision>2</cp:revision>
  <dcterms:created xsi:type="dcterms:W3CDTF">2025-11-17T01:06:39Z</dcterms:created>
  <dcterms:modified xsi:type="dcterms:W3CDTF">2025-11-17T01:21:06Z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0x01010077FE768FFF2E3A4DA5F1A2B854D561C8</vt:lpwstr>
  </property>
</Properties>
</file>