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64" r:id="rId7"/>
    <p:sldId id="266" r:id="rId8"/>
    <p:sldId id="265" r:id="rId9"/>
    <p:sldId id="261" r:id="rId10"/>
    <p:sldId id="269" r:id="rId11"/>
    <p:sldId id="263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04B2A-B7A2-FF8B-0CD8-F91676E24C7D}" v="183" dt="2025-11-17T12:15:57.299"/>
    <p1510:client id="{5150E38F-0C25-336E-45D6-E9020F81AC31}" v="32" dt="2025-11-17T11:09:58.651"/>
    <p1510:client id="{57586816-89FC-A3EB-9169-7B4ABB7902B4}" v="325" dt="2025-11-17T02:13:30.561"/>
    <p1510:client id="{72C88B83-322C-9FE8-0AB2-E744CD6B0149}" v="708" dt="2025-11-17T12:15:56.092"/>
    <p1510:client id="{CD5AE9CE-B453-ECA1-263F-B0CF39D8158A}" v="49" dt="2025-11-17T13:09:30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12:16:40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7620 21616 16383 0 0,'0'5'0'0'0,"0"5"0"0"0,0 6 0 0 0,0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08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4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7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4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6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5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7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9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13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30D16C-D169-D187-52AB-AB6C8806A7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AF781-27C0-FFFF-3B83-9EF6DFED6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n-GB"/>
              <a:t>What have we done so far?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637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B05A7-5565-730D-A567-A37E9FDA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E7693-60DC-3FF2-E725-B3AB82E83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655396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Established the special requirements of SEN users </a:t>
            </a:r>
          </a:p>
          <a:p>
            <a:r>
              <a:rPr lang="en-GB"/>
              <a:t>Interviewed qualified professionals about features they would recommend</a:t>
            </a:r>
          </a:p>
          <a:p>
            <a:r>
              <a:rPr lang="en-GB"/>
              <a:t>Researched SEN and noted the implications for the design of the application</a:t>
            </a:r>
          </a:p>
        </p:txBody>
      </p:sp>
      <p:pic>
        <p:nvPicPr>
          <p:cNvPr id="4" name="Picture 3" descr="A screenshot of a research page&#10;&#10;AI-generated content may be incorrect.">
            <a:extLst>
              <a:ext uri="{FF2B5EF4-FFF2-40B4-BE49-F238E27FC236}">
                <a16:creationId xmlns:a16="http://schemas.microsoft.com/office/drawing/2014/main" id="{2A610182-BD9E-9DD9-7564-2C2B9B37A5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1" r="4698"/>
          <a:stretch>
            <a:fillRect/>
          </a:stretch>
        </p:blipFill>
        <p:spPr>
          <a:xfrm>
            <a:off x="7086105" y="28019"/>
            <a:ext cx="5107741" cy="378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0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DBDA-9BD0-C6A7-B8BB-4132BE7A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Wireframes</a:t>
            </a:r>
          </a:p>
        </p:txBody>
      </p:sp>
      <p:pic>
        <p:nvPicPr>
          <p:cNvPr id="4" name="Picture 3" descr="A screenshot of a mobile phone&#10;&#10;AI-generated content may be incorrect.">
            <a:extLst>
              <a:ext uri="{FF2B5EF4-FFF2-40B4-BE49-F238E27FC236}">
                <a16:creationId xmlns:a16="http://schemas.microsoft.com/office/drawing/2014/main" id="{918B807B-CE94-9842-21FE-35463BF87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285" y="1373083"/>
            <a:ext cx="6157899" cy="4673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C866A1-D6DA-16D1-B6B9-20A98F04A538}"/>
              </a:ext>
            </a:extLst>
          </p:cNvPr>
          <p:cNvSpPr txBox="1"/>
          <p:nvPr/>
        </p:nvSpPr>
        <p:spPr>
          <a:xfrm>
            <a:off x="643246" y="2236519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The colour scheme is not finalised, just an example of how the application will look. </a:t>
            </a:r>
          </a:p>
        </p:txBody>
      </p:sp>
    </p:spTree>
    <p:extLst>
      <p:ext uri="{BB962C8B-B14F-4D97-AF65-F5344CB8AC3E}">
        <p14:creationId xmlns:p14="http://schemas.microsoft.com/office/powerpoint/2010/main" val="18824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8194-043A-7C95-8FFA-A8952D4A8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Wireframes</a:t>
            </a:r>
            <a:endParaRPr lang="en-US" b="0"/>
          </a:p>
          <a:p>
            <a:endParaRPr lang="en-US"/>
          </a:p>
        </p:txBody>
      </p:sp>
      <p:pic>
        <p:nvPicPr>
          <p:cNvPr id="4" name="Content Placeholder 3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9FA70337-4891-4427-B922-98811FB70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3219" y="1128210"/>
            <a:ext cx="6694845" cy="4746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792308-78A2-1959-3732-15EEDCF0BFAC}"/>
              </a:ext>
            </a:extLst>
          </p:cNvPr>
          <p:cNvSpPr txBox="1"/>
          <p:nvPr/>
        </p:nvSpPr>
        <p:spPr>
          <a:xfrm>
            <a:off x="643246" y="2236519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The following designs are  based on initial user requirements, subject to being updated upon requirement refinement</a:t>
            </a:r>
          </a:p>
        </p:txBody>
      </p:sp>
    </p:spTree>
    <p:extLst>
      <p:ext uri="{BB962C8B-B14F-4D97-AF65-F5344CB8AC3E}">
        <p14:creationId xmlns:p14="http://schemas.microsoft.com/office/powerpoint/2010/main" val="1492520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9E70C-7A15-7259-42C4-6665BADFF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19" y="1072125"/>
            <a:ext cx="2932448" cy="43954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/>
              <a:t>User Stories</a:t>
            </a:r>
          </a:p>
        </p:txBody>
      </p:sp>
      <p:pic>
        <p:nvPicPr>
          <p:cNvPr id="5" name="Picture 4" descr="A diagram of a robot&#10;&#10;AI-generated content may be incorrect.">
            <a:extLst>
              <a:ext uri="{FF2B5EF4-FFF2-40B4-BE49-F238E27FC236}">
                <a16:creationId xmlns:a16="http://schemas.microsoft.com/office/drawing/2014/main" id="{1425FBF6-FB27-F019-38D9-CFF2C1145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179" y="123300"/>
            <a:ext cx="5215892" cy="2353645"/>
          </a:xfrm>
          <a:prstGeom prst="rect">
            <a:avLst/>
          </a:prstGeom>
        </p:spPr>
      </p:pic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174BB54D-FF77-9516-7311-896D0B79B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33" y="3289278"/>
            <a:ext cx="5423710" cy="2657531"/>
          </a:xfrm>
          <a:prstGeom prst="rect">
            <a:avLst/>
          </a:prstGeom>
        </p:spPr>
      </p:pic>
      <p:pic>
        <p:nvPicPr>
          <p:cNvPr id="7" name="Picture 6" descr="A diagram of a login&#10;&#10;AI-generated content may be incorrect.">
            <a:extLst>
              <a:ext uri="{FF2B5EF4-FFF2-40B4-BE49-F238E27FC236}">
                <a16:creationId xmlns:a16="http://schemas.microsoft.com/office/drawing/2014/main" id="{0C4AC951-C6F6-E4A8-3236-3DCA952EF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793" y="2559482"/>
            <a:ext cx="6462802" cy="237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73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892E3E-B971-3ADC-6FF9-4FA2E14C1D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83" r="29697" b="907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705856"/>
            <a:ext cx="12192001" cy="115214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2BF50-D1ED-64B0-EC16-4F3982C5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5" y="5863030"/>
            <a:ext cx="7955280" cy="870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0A4642-D29D-0121-4C05-5A5559BC5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8323" y="6281928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189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35A4ED44-2AB1-16F1-200C-6E57C136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53" y="313899"/>
            <a:ext cx="10890928" cy="971550"/>
          </a:xfrm>
        </p:spPr>
        <p:txBody>
          <a:bodyPr anchor="t">
            <a:normAutofit/>
          </a:bodyPr>
          <a:lstStyle/>
          <a:p>
            <a:r>
              <a:rPr lang="en-GB" dirty="0"/>
              <a:t>Flow Diagram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527C82-5BA9-7C0D-2494-A76D7D39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23" y="1197697"/>
            <a:ext cx="10424908" cy="54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7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3BBE-98AF-1421-C6D8-D1D7C417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Initial ERD</a:t>
            </a:r>
          </a:p>
        </p:txBody>
      </p:sp>
      <p:pic>
        <p:nvPicPr>
          <p:cNvPr id="4" name="Picture 3" descr="A diagram of a patient&#10;&#10;AI-generated content may be incorrect.">
            <a:extLst>
              <a:ext uri="{FF2B5EF4-FFF2-40B4-BE49-F238E27FC236}">
                <a16:creationId xmlns:a16="http://schemas.microsoft.com/office/drawing/2014/main" id="{B23AE657-A8A3-34C4-20AE-0E76912A6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946" y="468443"/>
            <a:ext cx="7573255" cy="5059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44F7A0-FA64-1119-7E4E-204FC2167094}"/>
              </a:ext>
            </a:extLst>
          </p:cNvPr>
          <p:cNvSpPr txBox="1"/>
          <p:nvPr/>
        </p:nvSpPr>
        <p:spPr>
          <a:xfrm>
            <a:off x="450726" y="2217295"/>
            <a:ext cx="3442740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/>
              <a:t>One Patient can have many </a:t>
            </a:r>
            <a:r>
              <a:rPr lang="en-US" sz="1400" err="1"/>
              <a:t>DailyHealthRecords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/>
              <a:t>One Patient can have one </a:t>
            </a:r>
            <a:r>
              <a:rPr lang="en-US" sz="1400" err="1"/>
              <a:t>FacialProfile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/>
              <a:t>One Patient can have one Settings configuration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One Patient can have many </a:t>
            </a:r>
            <a:r>
              <a:rPr lang="en-US" sz="1400" err="1"/>
              <a:t>TrophyRecords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One Patient can have many </a:t>
            </a:r>
            <a:r>
              <a:rPr lang="en-US" sz="1400" err="1"/>
              <a:t>RobotSessions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/>
              <a:t>One Patient can have many Chats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One Patient can have many Appointments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Many appointments can belong to One </a:t>
            </a:r>
            <a:r>
              <a:rPr lang="en-US" sz="1400" err="1"/>
              <a:t>DentistryClinic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36783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29494-89AE-289B-9D30-6F235BD2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Gantt Chart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20E8AD83-7630-5E65-1988-BE566F604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09" y="2364807"/>
            <a:ext cx="11208328" cy="27587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ED80AE-6BCE-AF4C-148C-D53CFD1E7407}"/>
                  </a:ext>
                </a:extLst>
              </p14:cNvPr>
              <p14:cNvContentPartPr/>
              <p14:nvPr/>
            </p14:nvContentPartPr>
            <p14:xfrm>
              <a:off x="1194740" y="7121407"/>
              <a:ext cx="9407" cy="16872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ED80AE-6BCE-AF4C-148C-D53CFD1E74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4390" y="7103832"/>
                <a:ext cx="940700" cy="5167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748132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638be28-5388-4df8-80bc-ff32c9400e0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FE768FFF2E3A4DA5F1A2B854D561C8" ma:contentTypeVersion="6" ma:contentTypeDescription="Create a new document." ma:contentTypeScope="" ma:versionID="8e4af90876f17e558f6435fc8d16a167">
  <xsd:schema xmlns:xsd="http://www.w3.org/2001/XMLSchema" xmlns:xs="http://www.w3.org/2001/XMLSchema" xmlns:p="http://schemas.microsoft.com/office/2006/metadata/properties" xmlns:ns3="d638be28-5388-4df8-80bc-ff32c9400e01" targetNamespace="http://schemas.microsoft.com/office/2006/metadata/properties" ma:root="true" ma:fieldsID="efe2e008d771a1159d0bbc4e8b29e073" ns3:_="">
    <xsd:import namespace="d638be28-5388-4df8-80bc-ff32c9400e0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8be28-5388-4df8-80bc-ff32c9400e0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4A56AF-6DCE-4F3A-A8B4-D10DDFA0DC28}">
  <ds:schemaRefs>
    <ds:schemaRef ds:uri="d638be28-5388-4df8-80bc-ff32c9400e0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47B6D4F-2812-410B-AED0-7B04B0FEE3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03FF4C-D2BA-426D-8E47-83CCAEBCD6F1}">
  <ds:schemaRefs>
    <ds:schemaRef ds:uri="d638be28-5388-4df8-80bc-ff32c9400e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DashVTI</vt:lpstr>
      <vt:lpstr>What have we done so far?</vt:lpstr>
      <vt:lpstr>Research</vt:lpstr>
      <vt:lpstr>Wireframes</vt:lpstr>
      <vt:lpstr>Wireframes </vt:lpstr>
      <vt:lpstr>User Stories</vt:lpstr>
      <vt:lpstr>Use case Diagram</vt:lpstr>
      <vt:lpstr>Flow Diagram</vt:lpstr>
      <vt:lpstr>Initial ERD</vt:lpstr>
      <vt:lpstr>Our Gantt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Okyanus Albas</dc:creator>
  <cp:revision>24</cp:revision>
  <dcterms:created xsi:type="dcterms:W3CDTF">2025-11-17T01:06:39Z</dcterms:created>
  <dcterms:modified xsi:type="dcterms:W3CDTF">2025-11-17T20:50:11Z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0x01010077FE768FFF2E3A4DA5F1A2B854D561C8</vt:lpwstr>
  </property>
</Properties>
</file>